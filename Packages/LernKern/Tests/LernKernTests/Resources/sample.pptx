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3"/>
    <p:sldId id="257" r:id="rId2"/>
  </p:sldIdLst>
</p:presentation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N"/>
          <p:cNvSpPr/>
          <p:nvPr>
            <p:ph type="body"/>
          </p:nvPr>
        </p:nvSpPr>
        <p:txBody>
          <a:p>
            <a:r>
              <a:t>Hinweis für die Prüfung: Osmose wird oft mit Diffusion verwechselt.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Title"/>
          <p:cNvSpPr/>
          <p:nvPr>
            <p:ph type="title"/>
          </p:nvPr>
        </p:nvSpPr>
        <p:txBody>
          <a:p>
            <a:r>
              <a:t>Osmose</a:t>
            </a:r>
          </a:p>
        </p:txBody>
      </p:sp>
      <p:sp>
        <p:nvSpPr>
          <p:cNvPr id="2" name="Body"/>
          <p:cNvSpPr/>
          <p:nvPr>
            <p:ph idx="1"/>
          </p:nvPr>
        </p:nvSpPr>
        <p:txBody>
          <a:p>
            <a:pPr lvl="0"/>
            <a:r>
              <a:t>Osmose ist die Diffusion von Wasser durch eine semipermeable Membran.</a:t>
            </a:r>
          </a:p>
          <a:p>
            <a:pPr lvl="1"/>
            <a:r>
              <a:t>Wichtig für Pflanzenzellen</a:t>
            </a:r>
          </a:p>
        </p:txBody>
      </p:sp>
      <p:sp>
        <p:nvSpPr>
          <p:cNvPr id="3" name="Num"/>
          <p:cNvSpPr/>
          <p:nvPr>
            <p:ph type="sldNum"/>
          </p:nvPr>
        </p:nvSpPr>
        <p:txBody>
          <a:p>
            <a:r>
              <a:t>7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Title"/>
          <p:cNvSpPr/>
          <p:nvPr>
            <p:ph type="title"/>
          </p:nvPr>
        </p:nvSpPr>
        <p:txBody>
          <a:p>
            <a:r>
              <a:t>Einführung Zellbiologie</a:t>
            </a:r>
          </a:p>
        </p:txBody>
      </p:sp>
      <p:sp>
        <p:nvSpPr>
          <p:cNvPr id="2" name="Body"/>
          <p:cNvSpPr/>
          <p:nvPr>
            <p:ph idx="1"/>
          </p:nvPr>
        </p:nvSpPr>
        <p:txBody>
          <a:p>
            <a:pPr lvl="0"/>
            <a:r>
              <a:t>Zellen sind die kleinsten Einheiten des Lebens.</a:t>
            </a:r>
          </a:p>
        </p:txBody>
      </p:sp>
      <p:sp>
        <p:nvSpPr>
          <p:cNvPr id="3" name="Num"/>
          <p:cNvSpPr/>
          <p:nvPr>
            <p:ph type="sldNum"/>
          </p:nvPr>
        </p:nvSpPr>
        <p:txBody>
          <a:p>
            <a:r>
              <a:t>7</a:t>
            </a:r>
          </a:p>
        </p:txBody>
      </p:sp>
    </p:spTree>
  </p:cSld>
</p:sld>
</file>